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6"/>
  </p:normalViewPr>
  <p:slideViewPr>
    <p:cSldViewPr snapToGrid="0">
      <p:cViewPr varScale="1">
        <p:scale>
          <a:sx n="95" d="100"/>
          <a:sy n="95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E48D-EEBD-46B8-C629-F69A102EF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862239-6329-5608-70B9-9B53B902D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018B1-62A1-540D-6980-353C5D6A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A737C-16EA-F23E-D080-B21DD384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78D93-3BA8-F135-640F-DDE3FFC1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3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E468-1CBE-EC93-E310-12A84368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2214-1364-D29F-AADE-D0BA9E1DE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8203B-56A2-31B4-E0BE-F4285F60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78A51-6FE7-0F38-D27D-B25A19D6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8EE8F-DB52-435B-9EA8-2F8082FF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5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8063-B388-C173-7C18-F946C9CE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23A5C-4A60-EE1F-580B-1CDCB286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F5E79-A5F9-B73F-FA68-1FBED014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C2BD4-0BCD-E357-4686-415E2398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F1E0B-21FA-6828-3FC9-0D54AE2F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8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B189-25F1-7E0F-5EB2-1E18EEE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1DBA-4F5C-E0F6-BA0C-74F011E70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43AB8-8F88-27E0-4EAF-268804FBA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1324A-2880-5105-C6E5-DADEE13E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2E205-F715-A3F9-D3D9-3954E08C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B7F6E-E8C9-2CE0-1F1E-D7D44DD1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6A23-3166-88ED-DE70-A61265AC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9C6B1-74EB-F1DC-BE66-90F04BC5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BE896-AE5F-7A79-B81C-0F1E4DF16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AB774-B2FE-3354-A559-362C4F32E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01155-3390-5397-E789-9DD9C07C5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CC8B8-3C46-E9CB-26AE-ECFB6D10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72C1C-69C0-4BC2-8A18-2AEFACF1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9940E-5A0E-871A-FFD2-2BA8B479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7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C27D-998B-CC74-CF37-8C9F1A23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CCCF4-6E9C-720B-13F1-89AC75ED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1AFDD-2B21-1308-657A-9C70107C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AADEA-F095-B520-24B3-46A32297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3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8B331-FBC4-D03A-0B12-22CB2649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6B75E-3B91-E1CA-66DE-61619777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A5056-F3BB-368A-332C-6AB26371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9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F844-3E79-6618-71DE-0669FB05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0A05-43E2-EDB8-6FC8-0D2044ED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CB461-4F3B-57F9-65D6-FDAEA4740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78691-83B1-1A01-887F-A6141842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9F1C9-E015-A9DA-8DF2-44B9AE87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5E36E-A75D-9948-58A8-794DCB37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1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F953-8125-E3AF-1E8C-4ED2522F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C58F5-6090-0A29-F08D-332C51484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B3A8A-448C-EF58-8656-687BEAA46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2E2D2-4B07-CB4A-E0D5-13FCC47B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D4EB0-B79B-FA94-55CF-5F9B2721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35F6E-3D7A-C968-D238-248DFBEA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7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EB6B-0394-04F7-C429-B634722D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197A3-0208-17EB-3452-1FE681C04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0353-45DF-017C-25D5-932BB824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6B303-4BD7-2512-B0BE-6AB7B179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EF6D8-C0F8-2507-CFC5-5D024D5F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2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588FC-01CB-4BE6-D159-69707254F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FED69-5176-6587-80E7-C0EEDAF65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2ECDF-D87F-9582-BA24-2E0887F6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927CE-F6BC-6317-8A9A-5788DA1D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938A-D7A6-970D-11D8-E9338978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8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18071-6071-3E17-57A6-94DF941F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B3628-C6EF-3639-A9CE-C576C39A1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13FB-53FF-F1F3-5393-8430C8F7E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76C61-B822-8E4F-92BC-A8D0DF7FAA2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ADDCC-3324-E78D-7F21-74107F0F0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6C785-4D42-9F89-AE5A-CDCCE4A20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51876-F3EF-F441-B5FF-D360F9C00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4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228F-206A-7099-5F38-194D23913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65D01-12EB-0B9C-2D5B-C10808C64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3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Doudi, Fatemeh</dc:creator>
  <cp:lastModifiedBy>Doudi, Fatemeh</cp:lastModifiedBy>
  <cp:revision>1</cp:revision>
  <dcterms:created xsi:type="dcterms:W3CDTF">2026-04-18T17:28:48Z</dcterms:created>
  <dcterms:modified xsi:type="dcterms:W3CDTF">2026-04-18T17:28:59Z</dcterms:modified>
</cp:coreProperties>
</file>